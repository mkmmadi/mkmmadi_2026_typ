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D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IFM03B3 · INFORMATICS 3B · MINI PROJECT 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Conference Room Booking System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client–server solution for booking one or more meeting rooms in a single office building, with a web app, a mobile app and a REST API.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Mobile: Expo / React Native   ·   Web: React + Vite   ·   API: Express + PostgreSQL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309360" y="64008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1D2F55"/>
          </a:solidFill>
          <a:ln w="12700">
            <a:solidFill>
              <a:srgbClr val="1D2F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731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298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roles: employee, clerk, manager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201168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1D2F55"/>
          </a:solidFill>
          <a:ln w="12700">
            <a:solidFill>
              <a:srgbClr val="1D2F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2103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40+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6700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338328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1D2F55"/>
          </a:solidFill>
          <a:ln w="12700">
            <a:solidFill>
              <a:srgbClr val="1D2F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3474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0416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models (PostgreSQL)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and How It Is Solved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D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37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office building needs to share conference rooms without clashes, missing equipment or guesswork.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2608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bookings and unclear availability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not prepared with the right amenities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Consumables such as markers run out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lack usage insight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520440" y="1188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SOLUTION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1536192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F4F6F8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1664208"/>
            <a:ext cx="310896" cy="310896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39312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69080" y="158191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&amp; stock</a:t>
            </a:r>
            <a:endParaRPr lang="en-US" sz="12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Manager, web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563624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 and archive rooms with capacity and amenities. Track consumables with low-stock alerts.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20440" y="2167128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F4F6F8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39312" y="2295144"/>
            <a:ext cx="310896" cy="310896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39312" y="2295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69080" y="221284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accounts</a:t>
            </a:r>
            <a:endParaRPr lang="en-US" sz="12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Employee, mobile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40680" y="2194560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edit a profile, and view booking history and favourites.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20440" y="2798064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F4F6F8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39312" y="2926080"/>
            <a:ext cx="310896" cy="310896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39312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69080" y="2843784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booking</a:t>
            </a:r>
            <a:endParaRPr lang="en-US" sz="12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Employee, mobile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2825496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date, time, capacity and amenities. Book several rooms at once; clashes are blocked.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520440" y="3429000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F4F6F8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39312" y="3557016"/>
            <a:ext cx="310896" cy="310896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39312" y="3557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69080" y="347472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&amp; prep</a:t>
            </a:r>
            <a:endParaRPr lang="en-US" sz="12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Clerk, web + mobile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40680" y="3456432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approves. Clerk sees required amenities, prepares rooms and updates the status.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520440" y="4059936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F4F6F8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39312" y="4187952"/>
            <a:ext cx="310896" cy="310896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639312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69080" y="4105656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Manager, web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440680" y="4087368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Availability, usage and popularity reports to support decisions.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Client–Server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325880"/>
            <a:ext cx="457200" cy="45720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42646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325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9202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/ React Native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&amp; clerk screens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2971800"/>
            <a:ext cx="457200" cy="45720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307238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2971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35661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&amp; clerk dashboards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611880" y="1143000"/>
            <a:ext cx="2377440" cy="3063240"/>
          </a:xfrm>
          <a:prstGeom prst="roundRect">
            <a:avLst>
              <a:gd name="adj" fmla="val 384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794760" y="1325880"/>
            <a:ext cx="457200" cy="45720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344" y="142646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389120" y="1325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794760" y="1920240"/>
            <a:ext cx="2057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 5, TypeScript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sessions + refresh tokens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real-time messages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rate limiting, logging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675120" y="1143000"/>
            <a:ext cx="1920240" cy="3063240"/>
          </a:xfrm>
          <a:prstGeom prst="roundRect">
            <a:avLst>
              <a:gd name="adj" fmla="val 476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858000" y="1325880"/>
            <a:ext cx="457200" cy="45720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584" y="142646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52360" y="13258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0" y="1920240"/>
            <a:ext cx="1600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17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&amp; seed data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on rooms, amenities, stock, bookings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2926080" y="1847088"/>
            <a:ext cx="685800" cy="0"/>
          </a:xfrm>
          <a:prstGeom prst="line">
            <a:avLst/>
          </a:prstGeom>
          <a:noFill/>
          <a:ln w="25400">
            <a:solidFill>
              <a:srgbClr val="0E9F8E"/>
            </a:solidFill>
            <a:prstDash val="solid"/>
            <a:headEnd type="triangle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2926080" y="3493008"/>
            <a:ext cx="685800" cy="0"/>
          </a:xfrm>
          <a:prstGeom prst="line">
            <a:avLst/>
          </a:prstGeom>
          <a:noFill/>
          <a:ln w="25400">
            <a:solidFill>
              <a:srgbClr val="0E9F8E"/>
            </a:solidFill>
            <a:prstDash val="solid"/>
            <a:headEnd type="triangle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5989320" y="2670048"/>
            <a:ext cx="685800" cy="0"/>
          </a:xfrm>
          <a:prstGeom prst="line">
            <a:avLst/>
          </a:prstGeom>
          <a:noFill/>
          <a:ln w="25400">
            <a:solidFill>
              <a:srgbClr val="0E9F8E"/>
            </a:solidFill>
            <a:prstDash val="solid"/>
            <a:headEnd type="triangle"/>
            <a:tailEnd type="triangle"/>
          </a:ln>
        </p:spPr>
      </p:sp>
      <p:sp>
        <p:nvSpPr>
          <p:cNvPr id="26" name="Text 20"/>
          <p:cNvSpPr txBox="1"/>
          <p:nvPr/>
        </p:nvSpPr>
        <p:spPr>
          <a:xfrm>
            <a:off x="2926080" y="153619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Socket.IO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5989320" y="23957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Docker Compose runs PostgreSQL, the API and the web app (Nginx). The API image only builds if its Jest tests pass.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Workflow &amp; Quality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371600" cy="868680"/>
          </a:xfrm>
          <a:prstGeom prst="roundRect">
            <a:avLst>
              <a:gd name="adj" fmla="val 10526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98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Pending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642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submits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56816" y="1623060"/>
            <a:ext cx="224028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217420" y="1188720"/>
            <a:ext cx="1371600" cy="868680"/>
          </a:xfrm>
          <a:prstGeom prst="roundRect">
            <a:avLst>
              <a:gd name="adj" fmla="val 10526"/>
            </a:avLst>
          </a:prstGeom>
          <a:solidFill>
            <a:srgbClr val="1D2F55"/>
          </a:solidFill>
          <a:ln w="12700">
            <a:solidFill>
              <a:srgbClr val="2B42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17420" y="1298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217420" y="16642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25596" y="1623060"/>
            <a:ext cx="224028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86200" y="1188720"/>
            <a:ext cx="1371600" cy="868680"/>
          </a:xfrm>
          <a:prstGeom prst="roundRect">
            <a:avLst>
              <a:gd name="adj" fmla="val 10526"/>
            </a:avLst>
          </a:prstGeom>
          <a:solidFill>
            <a:srgbClr val="1D2F55"/>
          </a:solidFill>
          <a:ln w="12700">
            <a:solidFill>
              <a:srgbClr val="2B427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86200" y="1298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886200" y="16642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claims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94376" y="1623060"/>
            <a:ext cx="224028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554980" y="1188720"/>
            <a:ext cx="1371600" cy="868680"/>
          </a:xfrm>
          <a:prstGeom prst="roundRect">
            <a:avLst>
              <a:gd name="adj" fmla="val 10526"/>
            </a:avLst>
          </a:prstGeom>
          <a:solidFill>
            <a:srgbClr val="1D2F55"/>
          </a:solidFill>
          <a:ln w="12700">
            <a:solidFill>
              <a:srgbClr val="2B427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54980" y="1298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554980" y="16642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prepared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63156" y="1623060"/>
            <a:ext cx="224028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23760" y="1188720"/>
            <a:ext cx="1371600" cy="868680"/>
          </a:xfrm>
          <a:prstGeom prst="roundRect">
            <a:avLst>
              <a:gd name="adj" fmla="val 10526"/>
            </a:avLst>
          </a:prstGeom>
          <a:solidFill>
            <a:srgbClr val="1D2F55"/>
          </a:solidFill>
          <a:ln w="12700">
            <a:solidFill>
              <a:srgbClr val="2B427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23760" y="1298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16642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finished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194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can reject a pending booking with a reason, and an employee can cancel one before the event.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269748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1D2F55"/>
          </a:solidFill>
          <a:ln w="9525">
            <a:solidFill>
              <a:srgbClr val="2B427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2880360"/>
            <a:ext cx="411480" cy="41148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971800"/>
            <a:ext cx="228600" cy="2286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28016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bookings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31520" y="34290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conflicts and capacity checked inside a database transaction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request leaves no partial data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3291840" y="269748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1D2F55"/>
          </a:solidFill>
          <a:ln w="9525">
            <a:solidFill>
              <a:srgbClr val="2B427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474720" y="2880360"/>
            <a:ext cx="411480" cy="41148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971800"/>
            <a:ext cx="228600" cy="228600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402336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access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3474720" y="34290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passwords (bcrypt)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sessions with refresh tokens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checks on every route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6035040" y="269748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1D2F55"/>
          </a:solidFill>
          <a:ln w="9525">
            <a:solidFill>
              <a:srgbClr val="2B4275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217920" y="2880360"/>
            <a:ext cx="411480" cy="41148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971800"/>
            <a:ext cx="228600" cy="228600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676656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&amp; version-controlled</a:t>
            </a:r>
            <a:endParaRPr lang="en-US" sz="1400" dirty="0"/>
          </a:p>
        </p:txBody>
      </p:sp>
      <p:sp>
        <p:nvSpPr>
          <p:cNvPr id="37" name="Text 32"/>
          <p:cNvSpPr txBox="1"/>
          <p:nvPr/>
        </p:nvSpPr>
        <p:spPr>
          <a:xfrm>
            <a:off x="6217920" y="34290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API tests, Vitest and Jest UI tests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stops if tests fail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 committed to Git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Conference Room Booking System</dc:title>
  <dc:subject>PptxGenJS Presentation</dc:subject>
  <dc:creator>PptxGenJS</dc:creator>
  <cp:lastModifiedBy>PptxGenJS</cp:lastModifiedBy>
  <cp:revision>1</cp:revision>
  <dcterms:created xsi:type="dcterms:W3CDTF">2026-09-29T08:22:47Z</dcterms:created>
  <dcterms:modified xsi:type="dcterms:W3CDTF">2026-09-29T08:22:47Z</dcterms:modified>
</cp:coreProperties>
</file>